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371600"/>
            <a:ext cx="914400" cy="1828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Entrar al Mundo de la</a:t>
            </a:r>
          </a:p>
          <a:p>
            <a:pPr algn="ctr">
              <a:defRPr sz="6000" b="1">
                <a:solidFill>
                  <a:srgbClr val="FFFFFF"/>
                </a:solidFill>
              </a:defRPr>
            </a:pPr>
            <a:r>
              <a:t>Impresión 3D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9F7AEA"/>
                </a:solidFill>
              </a:defRPr>
            </a:pPr>
            <a:r>
              <a:t>Sin Fallar en el Intento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Jesús Martínez • Vurokrazia3D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9F7AEA"/>
                </a:solidFill>
              </a:defRPr>
            </a:pPr>
            <a:r>
              <a:t>Sobre Mí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73152" cy="731520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Jesús Martínez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Programador con más de 7 años de experiencia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FD1C5"/>
                </a:solidFill>
              </a:defRPr>
            </a:pPr>
            <a:r>
              <a:t>Vurokrazia3D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Proyecto personal donde combino programación con impresión 3D y electrónica Arduino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9F7AEA"/>
                </a:solidFill>
              </a:defRPr>
            </a:pPr>
            <a:r>
              <a:t>Enfoque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59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• Diseño y creación de piezas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Acabado profesional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Integración con sistemas electrónicos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• Materializar ideas técnicas y creativas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9F7AEA"/>
                </a:solidFill>
              </a:defRPr>
            </a:pPr>
            <a:r>
              <a:t>¿Por Qué Ahora es el Momento?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La impresión 3D ya no es solo para empresas o expertos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2560320" cy="27432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D1C5"/>
                </a:solidFill>
              </a:defRPr>
            </a:pPr>
            <a:r>
              <a:t>$3,500 MXN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($200 USD)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Impresoras desde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286000"/>
            <a:ext cx="2560320" cy="27432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D1C5"/>
                </a:solidFill>
              </a:defRPr>
            </a:pPr>
            <a:r>
              <a:t>Millones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de modelos gratuitos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286000"/>
            <a:ext cx="2560320" cy="27432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2560320"/>
            <a:ext cx="25603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4FD1C5"/>
                </a:solidFill>
              </a:defRPr>
            </a:pPr>
            <a:r>
              <a:t>2025</a:t>
            </a:r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Tecnología madura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Software gratuito • Comunidad activa • Fácil de comenzar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828800"/>
            <a:ext cx="914400" cy="1828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9F7AEA"/>
                </a:solidFill>
              </a:defRPr>
            </a:pPr>
            <a:r>
              <a:t>Mitos vs Realidad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Desmintiendo las creencias más comunes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Necesitas saber diseñar en 3D para empezar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Necesitas saber diseñar en 3D para empezar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Millones de modelos gratuitos listos para descargar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Thingiverse, Printables, MyMiniFactory tienen modelos listos. Puedes empezar a imprimir el mismo día sin diseñar nada.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Todas las impresoras son iguales, solo cambia el precio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#2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Todas las impresoras son iguales, solo cambia el precio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El precio determina QUÉ puedes imprimir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$5,500 MXN ($300 USD): solo PLA básico | $9,000-18,000 MXN ($500-1000 USD): ABS, PETG | $18,000+ MXN ($1000+ USD): Nylon, fibra de carbono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La impresión 3D es cara y solo para empresas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La impresión 3D es cara y solo para empresas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Puedes empezar con menos de $5,500 MXN ($300 USD)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Impresoras desde $3,500 MXN ($200 USD) • Filamento PLA desde $320 MXN ($18 USD) el kg • Software gratuito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Es muy complicado, hay que ser ingeniero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#4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Es muy complicado, hay que ser ingeniero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Las impresoras 2025 son plug &amp; 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Nivelación automática • Perfiles preconfigurados • Software gratuito e intuitivo (Cura) • Tutoriales en español • Comunidad activa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Los plásticos son todos iguales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#5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Los plásticos son todos iguales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Cada material tiene propiedades únicas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PLA: fácil pero frágil • ABS: resistente pero difícil • PETG: equilibrado • TPU: flexible • Nylon: industrial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Necesitas una oficina o taller especial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Necesitas una oficina o taller especial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Con PLA puedes imprimir en tu escritorio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PLA no huele ni es tóxico • Solo ABS requiere ventilación • Ruido moderado • Tamaño compacto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Las piezas son débiles y se rompen fácilmente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#7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Las piezas son débiles y se rompen fácilmente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Depende del material y configuración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ABS y PETG son muy resistentes • Se usan en autos y equipos industriales • Configuración del relleno importa • Piezas funcionales reales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7772400" cy="228600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73152" cy="228600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231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Toma años dominar la impresión 3D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MITO #8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7772400" cy="1097280"/>
          </a:xfrm>
          <a:prstGeom prst="rect">
            <a:avLst/>
          </a:prstGeom>
          <a:solidFill>
            <a:srgbClr val="4A2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1097280"/>
          </a:xfrm>
          <a:prstGeom prst="rect">
            <a:avLst/>
          </a:prstGeom>
          <a:solidFill>
            <a:srgbClr val="F5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39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56565"/>
                </a:solidFill>
              </a:defRPr>
            </a:pPr>
            <a:r>
              <a:t>❌ MITO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6565"/>
                </a:solidFill>
              </a:defRPr>
            </a:pPr>
            <a:r>
              <a:t>Toma años dominar la impresión 3D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7772400" cy="2286000"/>
          </a:xfrm>
          <a:prstGeom prst="rect">
            <a:avLst/>
          </a:prstGeom>
          <a:solidFill>
            <a:srgbClr val="1F4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73152" cy="2286000"/>
          </a:xfrm>
          <a:prstGeom prst="rect">
            <a:avLst/>
          </a:prstGeom>
          <a:solidFill>
            <a:srgbClr val="4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FD1C5"/>
                </a:solidFill>
              </a:defRPr>
            </a:pPr>
            <a:r>
              <a:t>✅ REALIDAD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Primera impresión exitosa en horas, no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Máquinas modernas auto-calibran • Perfiles listos para usar • Tutoriales abundantes • Comunidad ayuda activamente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9F7AEA"/>
                </a:solidFill>
              </a:defRPr>
            </a:pPr>
            <a:r>
              <a:t>🧩 Conceptos Básicos FDM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¿Cómo funciona?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F7AEA"/>
                </a:solidFill>
              </a:defRPr>
            </a:pPr>
            <a:r>
              <a:t>🔥 La impresora derrite plástico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Capa por capa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El filamento se calienta y deposita línea por línea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F7AEA"/>
                </a:solidFill>
              </a:defRPr>
            </a:pPr>
            <a:r>
              <a:t>🌡️ Temperaturas típicas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PLA: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200°C boquilla / 60°C cama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PETG: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240°C boquilla / 80°C cama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FD1C5"/>
                </a:solidFill>
              </a:defRPr>
            </a:pPr>
            <a:r>
              <a:t>ABS: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250°C boquilla / 100°C cama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9F7AEA"/>
                </a:solidFill>
              </a:defRPr>
            </a:pPr>
            <a:r>
              <a:t>⚙️ Movimiento en 3 ejes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Eje X: izquierda ↔ derecha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3464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Eje Y: adelante ↔ atrás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5486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• Eje Z: arriba ↕ 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FD1C5"/>
                </a:solidFill>
              </a:defRPr>
            </a:pPr>
            <a:r>
              <a:t>Precisión milimétrica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4FD1C5"/>
                </a:solidFill>
              </a:defRPr>
            </a:pPr>
            <a:r>
              <a:t>✅ La primera capa es CRUCIAL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Si falla la primera capa, falla todo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1097280"/>
            <a:ext cx="914400" cy="18288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9F7AEA"/>
                </a:solidFill>
              </a:defRPr>
            </a:pPr>
            <a:r>
              <a:t>¡Gracias!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926080"/>
            <a:ext cx="54864" cy="1371600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83280" y="29260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Jesús Martínez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33832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FD1C5"/>
                </a:solidFill>
              </a:defRPr>
            </a:pPr>
            <a:r>
              <a:t>@vurokrazia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