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0" y="1371600"/>
            <a:ext cx="914400" cy="18288"/>
          </a:xfrm>
          <a:prstGeom prst="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Entrar al Mundo de la</a:t>
            </a:r>
          </a:p>
          <a:p>
            <a:pPr algn="ctr">
              <a:defRPr sz="6000" b="1">
                <a:solidFill>
                  <a:srgbClr val="FFFFFF"/>
                </a:solidFill>
              </a:defRPr>
            </a:pPr>
            <a:r>
              <a:t>Impresión 3D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9F7AEA"/>
                </a:solidFill>
              </a:defRPr>
            </a:pPr>
            <a:r>
              <a:t>Sin Fallar en el Intento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Jesús Martínez • Vurokrazia3D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9F7AEA"/>
                </a:solidFill>
              </a:defRPr>
            </a:pPr>
            <a:r>
              <a:t>Sobre Mí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73152" cy="731520"/>
          </a:xfrm>
          <a:prstGeom prst="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Jesús Martínez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Programador con más de 7 años de experiencia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4FD1C5"/>
                </a:solidFill>
              </a:defRPr>
            </a:pPr>
            <a:r>
              <a:t>Vurokrazia3D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Proyecto personal donde combino programación con impresión 3D y electrónica Arduino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9F7AEA"/>
                </a:solidFill>
              </a:defRPr>
            </a:pPr>
            <a:r>
              <a:t>Enfoque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80559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• Diseño y creación de piezas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• Acabado profesional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• Integración con sistemas electrónicos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• Materializar ideas técnicas y creativas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9F7AEA"/>
                </a:solidFill>
              </a:defRPr>
            </a:pPr>
            <a:r>
              <a:t>¿Por Qué Ahora es el Momento?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La impresión 3D ya no es solo para empresas o expertos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2560320" cy="27432"/>
          </a:xfrm>
          <a:prstGeom prst="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2560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4FD1C5"/>
                </a:solidFill>
              </a:defRPr>
            </a:pPr>
            <a:r>
              <a:t>$3,500 MXN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t>($200 USD)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Impresoras desde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286000"/>
            <a:ext cx="2560320" cy="27432"/>
          </a:xfrm>
          <a:prstGeom prst="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2560320"/>
            <a:ext cx="2560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4FD1C5"/>
                </a:solidFill>
              </a:defRPr>
            </a:pPr>
            <a:r>
              <a:t>Millones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de modelos gratuitos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2286000"/>
            <a:ext cx="2560320" cy="27432"/>
          </a:xfrm>
          <a:prstGeom prst="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2560320"/>
            <a:ext cx="2560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4FD1C5"/>
                </a:solidFill>
              </a:defRPr>
            </a:pPr>
            <a:r>
              <a:t>2025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Tecnología madura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292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Software gratuito • Comunidad activa • Fácil de comenzar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0" y="1828800"/>
            <a:ext cx="914400" cy="18288"/>
          </a:xfrm>
          <a:prstGeom prst="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9F7AEA"/>
                </a:solidFill>
              </a:defRPr>
            </a:pPr>
            <a:r>
              <a:t>Mitos vs Realidad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Desmintiendo las creencias más comunes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#1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6858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Necesitas saber diseñar en 3D para empezar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#1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39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Necesitas saber diseñar en 3D para empezar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7772400" cy="2286000"/>
          </a:xfrm>
          <a:prstGeom prst="rect">
            <a:avLst/>
          </a:prstGeom>
          <a:solidFill>
            <a:srgbClr val="1F4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73152" cy="2286000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FD1C5"/>
                </a:solidFill>
              </a:defRPr>
            </a:pPr>
            <a:r>
              <a:t>✅ REALIDAD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Millones de modelos gratuitos listos para descargar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Thingiverse, Printables, MyMiniFactory tienen modelos listos. Puedes empezar a imprimir el mismo día sin diseñar nada.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6858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Todas las impresoras son iguales, solo cambia el precio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39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Todas las impresoras son iguales, solo cambia el precio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7772400" cy="2286000"/>
          </a:xfrm>
          <a:prstGeom prst="rect">
            <a:avLst/>
          </a:prstGeom>
          <a:solidFill>
            <a:srgbClr val="1F4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73152" cy="2286000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FD1C5"/>
                </a:solidFill>
              </a:defRPr>
            </a:pPr>
            <a:r>
              <a:t>✅ REALIDAD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El precio determina QUÉ puedes imprimir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$5,500 MXN ($300 USD): solo PLA básico | $9,000-18,000 MXN ($500-1000 USD): ABS, PETG | $18,000+ MXN ($1000+ USD): Nylon, fibra de carbono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#3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6858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La impresión 3D es cara y solo para empresas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#3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39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La impresión 3D es cara y solo para empresas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7772400" cy="2286000"/>
          </a:xfrm>
          <a:prstGeom prst="rect">
            <a:avLst/>
          </a:prstGeom>
          <a:solidFill>
            <a:srgbClr val="1F4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73152" cy="2286000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FD1C5"/>
                </a:solidFill>
              </a:defRPr>
            </a:pPr>
            <a:r>
              <a:t>✅ REALIDAD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Puedes empezar con menos de $5,500 MXN ($300 USD)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Impresoras desde $3,500 MXN ($200 USD) • Filamento PLA desde $320 MXN ($18 USD) el kg • Software gratuito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#4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6858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Es muy complicado, hay que ser ingeniero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#4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39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Es muy complicado, hay que ser ingeniero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7772400" cy="2286000"/>
          </a:xfrm>
          <a:prstGeom prst="rect">
            <a:avLst/>
          </a:prstGeom>
          <a:solidFill>
            <a:srgbClr val="1F4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73152" cy="2286000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FD1C5"/>
                </a:solidFill>
              </a:defRPr>
            </a:pPr>
            <a:r>
              <a:t>✅ REALIDAD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Las impresoras 2025 son plug &amp; 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Nivelación automática • Perfiles preconfigurados • Software gratuito e intuitivo (Cura) • Tutoriales en español • Comunidad activa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#5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6858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Los plásticos son todos iguales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#5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39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Los plásticos son todos iguales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7772400" cy="2286000"/>
          </a:xfrm>
          <a:prstGeom prst="rect">
            <a:avLst/>
          </a:prstGeom>
          <a:solidFill>
            <a:srgbClr val="1F4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73152" cy="2286000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FD1C5"/>
                </a:solidFill>
              </a:defRPr>
            </a:pPr>
            <a:r>
              <a:t>✅ REALIDAD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Cada material tiene propiedades únicas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PLA: fácil pero frágil • ABS: resistente pero difícil • PETG: equilibrado • TPU: flexible • Nylon: industrial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6858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Necesitas una oficina o taller especial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39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Necesitas una oficina o taller especial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7772400" cy="2286000"/>
          </a:xfrm>
          <a:prstGeom prst="rect">
            <a:avLst/>
          </a:prstGeom>
          <a:solidFill>
            <a:srgbClr val="1F4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73152" cy="2286000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FD1C5"/>
                </a:solidFill>
              </a:defRPr>
            </a:pPr>
            <a:r>
              <a:t>✅ REALIDAD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Con PLA puedes imprimir en tu escritorio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PLA no huele ni es tóxico • Solo ABS requiere ventilación • Ruido moderado • Tamaño compacto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#7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6858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Las piezas son débiles y se rompen fácilmente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#7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39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Las piezas son débiles y se rompen fácilmente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7772400" cy="2286000"/>
          </a:xfrm>
          <a:prstGeom prst="rect">
            <a:avLst/>
          </a:prstGeom>
          <a:solidFill>
            <a:srgbClr val="1F4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73152" cy="2286000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FD1C5"/>
                </a:solidFill>
              </a:defRPr>
            </a:pPr>
            <a:r>
              <a:t>✅ REALIDAD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Depende del material y configuración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ABS y PETG son muy resistentes • Se usan en autos y equipos industriales • Configuración del relleno importa • Piezas funcionales reales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#8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0"/>
            <a:ext cx="7772400" cy="228600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6858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Toma años dominar la impresión 3D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MITO #8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solidFill>
            <a:srgbClr val="4A2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F5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39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6565"/>
                </a:solidFill>
              </a:defRPr>
            </a:pPr>
            <a:r>
              <a:t>❌ MITO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6565"/>
                </a:solidFill>
              </a:defRPr>
            </a:pPr>
            <a:r>
              <a:t>Toma años dominar la impresión 3D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7772400" cy="2286000"/>
          </a:xfrm>
          <a:prstGeom prst="rect">
            <a:avLst/>
          </a:prstGeom>
          <a:solidFill>
            <a:srgbClr val="1F4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73152" cy="2286000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FD1C5"/>
                </a:solidFill>
              </a:defRPr>
            </a:pPr>
            <a:r>
              <a:t>✅ REALIDAD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Primera impresión exitosa en horas, no meses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Máquinas modernas auto-calibran • Perfiles listos para usar • Tutoriales abundantes • Comunidad ayuda activamente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9F7AEA"/>
                </a:solidFill>
              </a:defRPr>
            </a:pPr>
            <a:r>
              <a:t>🧩 Conceptos Básicos FDM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¿Cómo funciona?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9F7AEA"/>
                </a:solidFill>
              </a:defRPr>
            </a:pPr>
            <a:r>
              <a:t>🔥 La impresora derrite plástico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Capa por capa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El filamento se calienta y deposita línea por línea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9F7AEA"/>
                </a:solidFill>
              </a:defRPr>
            </a:pPr>
            <a:r>
              <a:t>🌡️ Temperaturas típicas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PLA: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200°C boquilla / 60°C cama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20040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PETG: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240°C boquilla / 80°C cama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11480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ABS: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250°C boquilla / 100°C cama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9F7AEA"/>
                </a:solidFill>
              </a:defRPr>
            </a:pPr>
            <a:r>
              <a:t>⚙️ Movimiento en 3 ejes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5486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• Eje X: izquierda ↔ derecha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834640"/>
            <a:ext cx="5486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• Eje Y: adelante ↔ atrás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657600"/>
            <a:ext cx="5486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• Eje Z: arriba ↕ abajo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4FD1C5"/>
                </a:solidFill>
              </a:defRPr>
            </a:pPr>
            <a:r>
              <a:t>Precisión milimétrica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4FD1C5"/>
                </a:solidFill>
              </a:defRPr>
            </a:pPr>
            <a:r>
              <a:t>✅ La primera capa es CRUCIAL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Si falla la primera capa, falla todo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9F7AEA"/>
                </a:solidFill>
              </a:defRPr>
            </a:pPr>
            <a:r>
              <a:t>🎨 Los Materiales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Comparativa rápida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4FD1C5"/>
                </a:solidFill>
              </a:defRPr>
            </a:pPr>
            <a:r>
              <a:t>🟢 PLA - El principiante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✅ MÁS FÁCIL de imprimir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3774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✅ No huele, no tóxico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9260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✅ Biodegradable (maíz)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4747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❌ Frágil ante golpes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0233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❌ Se ablanda con calor (+60°C)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4FD1C5"/>
                </a:solidFill>
              </a:defRPr>
            </a:pPr>
            <a:r>
              <a:t>💰 Desde $320 MXN/kg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93C5FD"/>
                </a:solidFill>
              </a:defRPr>
            </a:pPr>
            <a:r>
              <a:t>🔷 PETG - El equilibrado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✅ Resistente a impactos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6517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✅ Resistente al agua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918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✅ Buena resistencia térmica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931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⚠️ Genera hilos (stringing)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4FD1C5"/>
                </a:solidFill>
              </a:defRPr>
            </a:pPr>
            <a:r>
              <a:t>🏆 Recomendado para piezas funcionales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9F7AEA"/>
                </a:solidFill>
              </a:defRPr>
            </a:pPr>
            <a:r>
              <a:t>🟣 TPU - El flexible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✅ Súper flexible (tipo goma)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6517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✅ Absorbe impactos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918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✅ No se rompe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931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❌ Difícil de imprimir rápido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4FD1C5"/>
                </a:solidFill>
              </a:defRPr>
            </a:pPr>
            <a:r>
              <a:t>🎯 Ideal para: llantas, sellos, fundas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B923C"/>
                </a:solidFill>
              </a:defRPr>
            </a:pPr>
            <a:r>
              <a:t>🟠 ABS - El resistente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✅ Muy resistente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3774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✅ Soporta calor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9260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✅ Se usa en LEGO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4747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❌ Difícil (warping)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0233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❌ Huele mal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5720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❌ Requiere ventilación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56565"/>
                </a:solidFill>
              </a:defRPr>
            </a:pPr>
            <a:r>
              <a:t>⚠️ NO recomendado para principiantes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9F7AEA"/>
                </a:solidFill>
              </a:defRPr>
            </a:pPr>
            <a:r>
              <a:t>🏛️ ¿Dónde Conseguir Modelos?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3B82F6"/>
                </a:solidFill>
              </a:defRPr>
            </a:pPr>
            <a:r>
              <a:t>🟦 Thingiverse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El más grande y antiguo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4747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Millones de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41148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Comunidad masiva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Todo tipo de categorías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4FD1C5"/>
                </a:solidFill>
              </a:defRPr>
            </a:pPr>
            <a:r>
              <a:t>🟩 Printables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Por Prusa - Moderno y organizado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4747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Modelos de calidad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41148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Sistema de puntuación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Concursos regulares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B923C"/>
                </a:solidFill>
              </a:defRPr>
            </a:pPr>
            <a:r>
              <a:t>🟧 MyMiniFactory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Enfocado en calidad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4747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Todos los modelos son probados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41148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Excelente para miniaturas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4FD1C5"/>
                </a:solidFill>
              </a:defRPr>
            </a:pPr>
            <a:r>
              <a:t>✨ Puedes empezar a imprimir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Sin diseñar nada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9F7AEA"/>
                </a:solidFill>
              </a:defRPr>
            </a:pPr>
            <a:r>
              <a:t>📦 Eligiendo tu Primera Impresora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4FD1C5"/>
                </a:solidFill>
              </a:defRPr>
            </a:pPr>
            <a:r>
              <a:t>🟢 Gama Entrada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$3,500 - $5,500 MXN ($200-$300 USD)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4FD1C5"/>
                </a:solidFill>
              </a:defRPr>
            </a:pPr>
            <a:r>
              <a:t>Lo que obtienes: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5603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Solo PLA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017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Nivelación manual/semiautomática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4747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Velocidades moderadas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4FD1C5"/>
                </a:solidFill>
              </a:defRPr>
            </a:pPr>
            <a:r>
              <a:t>Ideal para: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8463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Principiantes absolutos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303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Figuras decorativas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EAB308"/>
                </a:solidFill>
              </a:defRPr>
            </a:pPr>
            <a:r>
              <a:t>🟡 Gama Media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$9,000 - $18,000 MXN ($500-$1000 USD)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AB308"/>
                </a:solidFill>
              </a:defRPr>
            </a:pPr>
            <a:r>
              <a:t>Lo que obtienes: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5603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PLA, PETG, 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017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Nivelación automática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4747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Velocidades más rápidas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9319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Mejor calidad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57200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AB308"/>
                </a:solidFill>
              </a:defRPr>
            </a:pPr>
            <a:r>
              <a:t>Ideal para: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029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Piezas funcionales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4864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Prototipos de calidad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56565"/>
                </a:solidFill>
              </a:defRPr>
            </a:pPr>
            <a:r>
              <a:t>🔴 Gama Alta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$18,000+ MXN ($1000+ USD)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56565"/>
                </a:solidFill>
              </a:defRPr>
            </a:pPr>
            <a:r>
              <a:t>Lo que obtienes: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5603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Todos los materiales (Nylon, fibra de carbono)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017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Cámara cerrada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4747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Velocidades súper altas (500mm/s+)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9319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Máxima precisión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57200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56565"/>
                </a:solidFill>
              </a:defRPr>
            </a:pPr>
            <a:r>
              <a:t>Ideal para: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029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Profesionales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4864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Producción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9F7AEA"/>
                </a:solidFill>
              </a:defRPr>
            </a:pPr>
            <a:r>
              <a:t>🎯 Recomendación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Para tu primera impresora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Presupuesto mínimo: $5,500 MXN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4747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Busca: Nivelación automática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2062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Empieza con: 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59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Investiga: YouTube reviews en español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9F7AEA"/>
                </a:solidFill>
              </a:defRPr>
            </a:pPr>
            <a:r>
              <a:t>💻 Software Básico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9F7AEA"/>
                </a:solidFill>
              </a:defRPr>
            </a:pPr>
            <a:r>
              <a:t>🌐 Cura (Ultimaker)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4FD1C5"/>
                </a:solidFill>
              </a:defRPr>
            </a:pPr>
            <a:r>
              <a:t>El más popular - 100% GRATUITO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✅ Interfaz intuitiva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38404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✅ Perfiles pre-configurados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448056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✅ Gran comunidad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12064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✅ Windows, Mac, Linux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9F7AEA"/>
                </a:solidFill>
              </a:defRPr>
            </a:pPr>
            <a:r>
              <a:t>📊 Flujo de Trabajo Simple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46304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1️⃣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463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Descargar modelo (.STL)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463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Thingiverse / Printables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4884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2️⃣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1488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Abrir en Cura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1488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Arrastra el archivo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3464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3️⃣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8346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Configurar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8346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Material, calidad, relleno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52044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4️⃣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5204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Generar G-code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5204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"Slice" / "Laminar"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20624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5️⃣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2062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Copiar a SD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2062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O enviar por WiFi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89204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6️⃣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892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¡Imprimir!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9F7AEA"/>
                </a:solidFill>
              </a:defRPr>
            </a:pPr>
            <a:r>
              <a:t>⚙️ Configuración Recomendada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Para tu primera impresión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2103120"/>
            <a:ext cx="6400800" cy="3474720"/>
          </a:xfrm>
          <a:prstGeom prst="rect">
            <a:avLst/>
          </a:prstGeom>
          <a:solidFill>
            <a:srgbClr val="1E293B"/>
          </a:solidFill>
          <a:ln w="25400">
            <a:solidFill>
              <a:srgbClr val="9F7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2860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FD1C5"/>
                </a:solidFill>
                <a:latin typeface="Courier New"/>
              </a:defRPr>
            </a:pPr>
            <a:r>
              <a:t>Material: PLA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743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FD1C5"/>
                </a:solidFill>
                <a:latin typeface="Courier New"/>
              </a:defRPr>
            </a:pPr>
            <a:r>
              <a:t>Temperatura boquilla: 200°C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2004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FD1C5"/>
                </a:solidFill>
                <a:latin typeface="Courier New"/>
              </a:defRPr>
            </a:pPr>
            <a:r>
              <a:t>Temperatura cama: 60°C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6576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FD1C5"/>
                </a:solidFill>
                <a:latin typeface="Courier New"/>
              </a:defRPr>
            </a:pPr>
            <a:r>
              <a:t>Velocidad: 50mm/s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114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FD1C5"/>
                </a:solidFill>
                <a:latin typeface="Courier New"/>
              </a:defRPr>
            </a:pPr>
            <a:r>
              <a:t>Altura de capa: 0.2mm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5720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FD1C5"/>
                </a:solidFill>
                <a:latin typeface="Courier New"/>
              </a:defRPr>
            </a:pPr>
            <a:r>
              <a:t>Relleno: 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029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FD1C5"/>
                </a:solidFill>
                <a:latin typeface="Courier New"/>
              </a:defRPr>
            </a:pPr>
            <a:r>
              <a:t>Soportes: NO (elige modelo sin voladizos)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9F7AEA"/>
                </a:solidFill>
              </a:defRPr>
            </a:pPr>
            <a:r>
              <a:t>🚀 Tu Primera Impresión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9F7AEA"/>
                </a:solidFill>
              </a:defRPr>
            </a:pPr>
            <a:r>
              <a:t>🎯 Paso 1: Calibración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4FD1C5"/>
                </a:solidFill>
              </a:defRPr>
            </a:pPr>
            <a:r>
              <a:t>Nivelación de la cama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4FD1C5"/>
                </a:solidFill>
              </a:defRPr>
            </a:pPr>
            <a:r>
              <a:t>Automática: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5603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Ejecuta desde el 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017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¡Listo!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AB308"/>
                </a:solidFill>
              </a:defRPr>
            </a:pPr>
            <a:r>
              <a:t>Manual: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114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Papel entre boquilla y cama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5720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Ajusta hasta que roce ligeramente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029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Repite en las 4 esquinas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760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4FD1C5"/>
                </a:solidFill>
              </a:defRPr>
            </a:pPr>
            <a:r>
              <a:t>✅ La primera capa es la BASE de todo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9F7AEA"/>
                </a:solidFill>
              </a:defRPr>
            </a:pPr>
            <a:r>
              <a:t>📝 Paso 2: Tu Primera Pieza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4FD1C5"/>
                </a:solidFill>
              </a:defRPr>
            </a:pPr>
            <a:r>
              <a:t>Elige algo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Características: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004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• Sin voladizos complicados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• Tamaño pequeño (menos de 2 horas)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4805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• Ejemplos: cubo de calibración, llavero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9F7AEA"/>
                </a:solidFill>
              </a:defRPr>
            </a:pPr>
            <a:r>
              <a:t>🏁 Paso 3: Prepárate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✅ Filamento PLA cargado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383279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✅ Cama limpia (alcohol isopropílico)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2062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✅ Tarjeta SD lista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✅ Configura en Cura (perfil PLA básico)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9F7AEA"/>
                </a:solidFill>
              </a:defRPr>
            </a:pPr>
            <a:r>
              <a:t>👀 Paso 4: Observa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56565"/>
                </a:solidFill>
              </a:defRPr>
            </a:pPr>
            <a:r>
              <a:t>Los primeros 5 minutos son críticos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4FD1C5"/>
                </a:solidFill>
              </a:defRPr>
            </a:pPr>
            <a:r>
              <a:t>Verifica: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743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• Primera capa se adhiere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3832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• Líneas uniformes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0233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• Sin levantamientos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56565"/>
                </a:solidFill>
              </a:defRPr>
            </a:pPr>
            <a:r>
              <a:t>Si hay problemas: PAUSA y ajusta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9F7AEA"/>
                </a:solidFill>
              </a:defRPr>
            </a:pPr>
            <a:r>
              <a:t>⏳ Paso 5: Paciencia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4FD1C5"/>
                </a:solidFill>
              </a:defRPr>
            </a:pPr>
            <a:r>
              <a:t>Deja que termine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9260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• No abras puertas (corrientes de aire)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74904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• No muevas la impresora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5720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• Espera que la cama se enfríe antes de retirar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56565"/>
                </a:solidFill>
              </a:defRPr>
            </a:pPr>
            <a:r>
              <a:t>⚠️ Los 7 Errores Mortales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56565"/>
                </a:solidFill>
              </a:defRPr>
            </a:pPr>
            <a:r>
              <a:t>🚫 Error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No nivelar la cama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56565"/>
                </a:solidFill>
              </a:defRPr>
            </a:pPr>
            <a:r>
              <a:t>90% de impresiones fallidas = mala nivelación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4747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Nivela SIEMPRE antes de tu primera impresión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1148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Re-nivela cada 5-10 impresiones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56565"/>
                </a:solidFill>
              </a:defRPr>
            </a:pPr>
            <a:r>
              <a:t>🚫 Error 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Comprar la más barata sin investigar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56565"/>
                </a:solidFill>
              </a:defRPr>
            </a:pPr>
            <a:r>
              <a:t>Cómo NO desperdiciar dinero: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4747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Lee al menos 3 reseñas en YouTube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1148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Verifica soporte técnico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75487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Confirma disponibilidad de refacciones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39495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Busca comunidad en español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56565"/>
                </a:solidFill>
              </a:defRPr>
            </a:pPr>
            <a:r>
              <a:t>🚫 Error #3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Cambiar configuraciones random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56565"/>
                </a:solidFill>
              </a:defRPr>
            </a:pPr>
            <a:r>
              <a:t>Resultado: Spaghetti de filamento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4747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Usa perfiles por defecto al inicio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1148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Cambia UN parámetro a la vez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75487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Documenta qué cambiaste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56565"/>
                </a:solidFill>
              </a:defRPr>
            </a:pPr>
            <a:r>
              <a:t>🚫 Error #4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No limpiar la cama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56565"/>
                </a:solidFill>
              </a:defRPr>
            </a:pPr>
            <a:r>
              <a:t>Resultado: Piezas no se adhieren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4747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Limpia con alcohol isopropílico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1148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No toques la cama con los dedos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75487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Aplica pegamento si es necesario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56565"/>
                </a:solidFill>
              </a:defRPr>
            </a:pPr>
            <a:r>
              <a:t>🚫 Error #5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Empezar con materiales difíciles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56565"/>
                </a:solidFill>
              </a:defRPr>
            </a:pPr>
            <a:r>
              <a:t>ABS en tu primera semana = frustración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4747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Empieza con PLA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1148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Domina PLA durante 1 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75487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Luego prueba PETG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39495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ABS solo con experiencia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56565"/>
                </a:solidFill>
              </a:defRPr>
            </a:pPr>
            <a:r>
              <a:t>🚫 Error #6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Dejar impresión larga sola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56565"/>
                </a:solidFill>
              </a:defRPr>
            </a:pPr>
            <a:r>
              <a:t>Riesgos: Incendios, fallas masivas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4747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Primeras impresiones: obsérvallas completas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1148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Nunca dejes la casa con impresión activa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75487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Considera cámaras de vigilancia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56565"/>
                </a:solidFill>
              </a:defRPr>
            </a:pPr>
            <a:r>
              <a:t>🚫 Error #7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No unirse a la comunidad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6565"/>
                </a:solidFill>
              </a:defRPr>
            </a:pPr>
            <a:r>
              <a:t>Por qué es mala idea: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8346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• Pierdes tiempo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2918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• Te frustras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749039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• No aprovechas experiencia de otros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3891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Únete a grupos de Facebook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937759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Sigue canales de YouTube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486399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Participa en r/3Dprinting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6035039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✅ Haz preguntas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9F7AEA"/>
                </a:solidFill>
              </a:defRPr>
            </a:pPr>
            <a:r>
              <a:t>📚 Recursos y Comunidad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9F7AEA"/>
                </a:solidFill>
              </a:defRPr>
            </a:pPr>
            <a:r>
              <a:t>🌐 Comunidades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Facebook (Español)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Impresión 3D México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743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Impresión 3D Argentina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2004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Impresión 3D España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4500"/>
                </a:solidFill>
              </a:defRPr>
            </a:pPr>
            <a:r>
              <a:t>Reddit (Inglés)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5720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r/3Dprinting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029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r/ender3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4864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r/BambuLab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9F7AEA"/>
                </a:solidFill>
              </a:defRPr>
            </a:pPr>
            <a:r>
              <a:t>🎥 Canales de YouTube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FD1C5"/>
                </a:solidFill>
              </a:defRPr>
            </a:pPr>
            <a:r>
              <a:t>Español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Vurokrazia3D (@vurokrazia)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743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Impresiones 3D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2004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Varios tutoriales de Tinkercad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93C5FD"/>
                </a:solidFill>
              </a:defRPr>
            </a:pPr>
            <a:r>
              <a:t>Inglés (subtítulos)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5720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Teaching 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029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Maker's Muse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4864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3D Printing Nerd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9F7AEA"/>
                </a:solidFill>
              </a:defRPr>
            </a:pPr>
            <a:r>
              <a:t>🛠️ Software Adicional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4FD1C5"/>
                </a:solidFill>
              </a:defRPr>
            </a:pPr>
            <a:r>
              <a:t>Diseño 3D Básico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• Tinkercad (gratuito, navegador) - ¡Super fácil!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8346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• Fusion 360 (gratuito hobby) - Profesional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3832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• Blender (gratuito) - Orgánico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7548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4FD1C5"/>
                </a:solidFill>
              </a:defRPr>
            </a:pPr>
            <a:r>
              <a:t>Reparación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2120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• Meshmixer - Arregla STL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9F7AEA"/>
                </a:solidFill>
              </a:defRPr>
            </a:pPr>
            <a:r>
              <a:t>🎓 Tu Camino en la Impresión 3D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9F7AEA"/>
                </a:solidFill>
              </a:defRPr>
            </a:pPr>
            <a:r>
              <a:t>📅 Mes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4FD1C5"/>
                </a:solidFill>
              </a:defRPr>
            </a:pPr>
            <a:r>
              <a:t>Domina PLA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9260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Imprime 10+ piezas diferentes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74904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Aprende a nivelar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5720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Experimenta con configuraciones básicas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9F7AEA"/>
                </a:solidFill>
              </a:defRPr>
            </a:pPr>
            <a:r>
              <a:t>📅 Mes 2-3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EAB308"/>
                </a:solidFill>
              </a:defRPr>
            </a:pPr>
            <a:r>
              <a:t>Expande tus horizontes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9260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Prueba PETG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74904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Aprende diseño básico (Tinkercad)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5720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Experimenta con post-procesado (lijado, pintura)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9F7AEA"/>
                </a:solidFill>
              </a:defRPr>
            </a:pPr>
            <a:r>
              <a:t>📅 Mes 4+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56565"/>
                </a:solidFill>
              </a:defRPr>
            </a:pPr>
            <a:r>
              <a:t>Proyectos avanzados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9260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Integra con Arduino/ESP32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74904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Piezas funcionales complejas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5720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• Comparte tus creaciones con la comunidad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9F7AEA"/>
                </a:solidFill>
              </a:defRPr>
            </a:pPr>
            <a:r>
              <a:t>✨ Mensaje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La impresión 3D es un VIAJE,</a:t>
            </a:r>
          </a:p>
          <a:p>
            <a:r>
              <a:t>no un destino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Todos comenzamos con: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❌ Impresiones fallidas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383279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😤 Frustraciones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420624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❓ Muchas preguntas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4FD1C5"/>
                </a:solidFill>
              </a:defRPr>
            </a:pPr>
            <a:r>
              <a:t>Lo importante es: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✅ Ser paciente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1031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✅ Aprender de los errores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8346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✅ Disfrutar el proceso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56615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✅ Compartir con la comunidad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4FD1C5"/>
                </a:solidFill>
              </a:defRPr>
            </a:pPr>
            <a:r>
              <a:t>🚀 ¡Bienvenido al mundo de la</a:t>
            </a:r>
          </a:p>
          <a:p>
            <a:r>
              <a:t>impresión 3D!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9F7AEA"/>
                </a:solidFill>
              </a:defRPr>
            </a:pPr>
            <a:r>
              <a:t>📧 Contacto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Twitter/X: @vurokrazia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828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YouTube: Vurokrazia3D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2860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Comunidades: Impresión 3D México (Facebook)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4FD1C5"/>
                </a:solidFill>
              </a:defRPr>
            </a:pPr>
            <a:r>
              <a:t>🎯 Recuerda: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8404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• Empieza con PLA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2976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• Presupuesto mínimo $5,500 MXN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7548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• Nivela la cama siempre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2120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• Únete a la comunidad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6692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• Sé paciente y disfruta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0" y="1097280"/>
            <a:ext cx="914400" cy="18288"/>
          </a:xfrm>
          <a:prstGeom prst="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9F7AEA"/>
                </a:solidFill>
              </a:defRPr>
            </a:pPr>
            <a:r>
              <a:t>¡Gracias!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926080"/>
            <a:ext cx="54864" cy="1371600"/>
          </a:xfrm>
          <a:prstGeom prst="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83280" y="29260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Jesús Martínez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33832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4FD1C5"/>
                </a:solidFill>
              </a:defRPr>
            </a:pPr>
            <a:r>
              <a:t>@vurokrazia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¿Preguntas?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